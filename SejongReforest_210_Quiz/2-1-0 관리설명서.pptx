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00" r:id="rId1"/>
  </p:sldMasterIdLst>
  <p:notesMasterIdLst>
    <p:notesMasterId r:id="rId7"/>
  </p:notesMasterIdLst>
  <p:sldIdLst>
    <p:sldId id="445" r:id="rId2"/>
    <p:sldId id="455" r:id="rId3"/>
    <p:sldId id="456" r:id="rId4"/>
    <p:sldId id="459" r:id="rId5"/>
    <p:sldId id="307" r:id="rId6"/>
  </p:sldIdLst>
  <p:sldSz cx="10691813" cy="7559675"/>
  <p:notesSz cx="6735763" cy="98663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75">
          <p15:clr>
            <a:srgbClr val="A4A3A4"/>
          </p15:clr>
        </p15:guide>
        <p15:guide id="2" pos="336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480" autoAdjust="0"/>
    <p:restoredTop sz="94660"/>
  </p:normalViewPr>
  <p:slideViewPr>
    <p:cSldViewPr snapToGrid="0">
      <p:cViewPr varScale="1">
        <p:scale>
          <a:sx n="54" d="100"/>
          <a:sy n="54" d="100"/>
        </p:scale>
        <p:origin x="138" y="54"/>
      </p:cViewPr>
      <p:guideLst>
        <p:guide orient="horz" pos="2375"/>
        <p:guide pos="3366"/>
      </p:guideLst>
    </p:cSldViewPr>
  </p:slid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 snapToGrid="0">
      <p:cViewPr varScale="1">
        <p:scale>
          <a:sx n="69" d="100"/>
          <a:sy n="69" d="100"/>
        </p:scale>
        <p:origin x="2694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9413" cy="4953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14763" y="0"/>
            <a:ext cx="2919412" cy="4953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r>
              <a:rPr lang="ko-KR" altLang="en-US" dirty="0"/>
              <a:t>사업명</a:t>
            </a:r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014413" y="1233488"/>
            <a:ext cx="4706937" cy="3328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3100" y="4748213"/>
            <a:ext cx="5389563" cy="3884612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371013"/>
            <a:ext cx="2919413" cy="4953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14763" y="9371013"/>
            <a:ext cx="2919412" cy="4953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AB8952CE-3F6F-4A02-B01C-8294FD54A252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25341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261161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슬라이드 번호 개체 틀 3">
            <a:extLst>
              <a:ext uri="{FF2B5EF4-FFF2-40B4-BE49-F238E27FC236}">
                <a16:creationId xmlns:a16="http://schemas.microsoft.com/office/drawing/2014/main" id="{3655AD56-81B4-24AB-1703-AF3C49C53937}"/>
              </a:ext>
            </a:extLst>
          </p:cNvPr>
          <p:cNvSpPr txBox="1">
            <a:spLocks/>
          </p:cNvSpPr>
          <p:nvPr userDrawn="1"/>
        </p:nvSpPr>
        <p:spPr>
          <a:xfrm>
            <a:off x="8114762" y="6988986"/>
            <a:ext cx="2228850" cy="458968"/>
          </a:xfrm>
          <a:prstGeom prst="rect">
            <a:avLst/>
          </a:prstGeom>
        </p:spPr>
        <p:txBody>
          <a:bodyPr vert="horz" lIns="72745" tIns="36372" rIns="72745" bIns="36372" rtlCol="0" anchor="ctr"/>
          <a:lstStyle>
            <a:defPPr>
              <a:defRPr lang="en-US"/>
            </a:defPPr>
            <a:lvl1pPr marL="0" algn="r" defTabSz="457200" rtl="0" eaLnBrk="1" latinLnBrk="0" hangingPunct="1">
              <a:defRPr sz="132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A22BC48-D7EE-4471-BCC6-AB97324F8848}" type="slidenum">
              <a:rPr lang="ko-KR" altLang="en-US" sz="799">
                <a:ln w="3175">
                  <a:solidFill>
                    <a:schemeClr val="tx1">
                      <a:alpha val="4000"/>
                    </a:schemeClr>
                  </a:solidFill>
                </a:ln>
                <a:solidFill>
                  <a:schemeClr val="tx1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</a:rPr>
              <a:pPr/>
              <a:t>‹#›</a:t>
            </a:fld>
            <a:endParaRPr lang="ko-KR" altLang="en-US" sz="799" dirty="0">
              <a:ln w="3175">
                <a:solidFill>
                  <a:schemeClr val="tx1">
                    <a:alpha val="4000"/>
                  </a:schemeClr>
                </a:solidFill>
              </a:ln>
              <a:solidFill>
                <a:schemeClr val="tx1"/>
              </a:solidFill>
              <a:latin typeface="에스코어 드림 6 Bold" panose="020B0703030302020204" pitchFamily="34" charset="-127"/>
              <a:ea typeface="에스코어 드림 6 Bold" panose="020B0703030302020204" pitchFamily="34" charset="-127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75151C79-E5BF-AB99-9985-86FAE536D0B5}"/>
              </a:ext>
            </a:extLst>
          </p:cNvPr>
          <p:cNvCxnSpPr>
            <a:cxnSpLocks/>
          </p:cNvCxnSpPr>
          <p:nvPr userDrawn="1"/>
        </p:nvCxnSpPr>
        <p:spPr>
          <a:xfrm flipH="1">
            <a:off x="367507" y="743654"/>
            <a:ext cx="995679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31370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슬라이드 번호 개체 틀 3">
            <a:extLst>
              <a:ext uri="{FF2B5EF4-FFF2-40B4-BE49-F238E27FC236}">
                <a16:creationId xmlns:a16="http://schemas.microsoft.com/office/drawing/2014/main" id="{3655AD56-81B4-24AB-1703-AF3C49C53937}"/>
              </a:ext>
            </a:extLst>
          </p:cNvPr>
          <p:cNvSpPr txBox="1">
            <a:spLocks/>
          </p:cNvSpPr>
          <p:nvPr userDrawn="1"/>
        </p:nvSpPr>
        <p:spPr>
          <a:xfrm>
            <a:off x="8114762" y="6988986"/>
            <a:ext cx="2228850" cy="458968"/>
          </a:xfrm>
          <a:prstGeom prst="rect">
            <a:avLst/>
          </a:prstGeom>
        </p:spPr>
        <p:txBody>
          <a:bodyPr vert="horz" lIns="72745" tIns="36372" rIns="72745" bIns="36372" rtlCol="0" anchor="ctr"/>
          <a:lstStyle>
            <a:defPPr>
              <a:defRPr lang="en-US"/>
            </a:defPPr>
            <a:lvl1pPr marL="0" algn="r" defTabSz="457200" rtl="0" eaLnBrk="1" latinLnBrk="0" hangingPunct="1">
              <a:defRPr sz="132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A22BC48-D7EE-4471-BCC6-AB97324F8848}" type="slidenum">
              <a:rPr lang="ko-KR" altLang="en-US" sz="799">
                <a:ln w="3175">
                  <a:solidFill>
                    <a:schemeClr val="tx1">
                      <a:alpha val="4000"/>
                    </a:schemeClr>
                  </a:solidFill>
                </a:ln>
                <a:solidFill>
                  <a:schemeClr val="tx1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</a:rPr>
              <a:pPr/>
              <a:t>‹#›</a:t>
            </a:fld>
            <a:endParaRPr lang="ko-KR" altLang="en-US" sz="799" dirty="0">
              <a:ln w="3175">
                <a:solidFill>
                  <a:schemeClr val="tx1">
                    <a:alpha val="4000"/>
                  </a:schemeClr>
                </a:solidFill>
              </a:ln>
              <a:solidFill>
                <a:schemeClr val="tx1"/>
              </a:solidFill>
              <a:latin typeface="에스코어 드림 6 Bold" panose="020B0703030302020204" pitchFamily="34" charset="-127"/>
              <a:ea typeface="에스코어 드림 6 Bold" panose="020B0703030302020204" pitchFamily="34" charset="-127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75151C79-E5BF-AB99-9985-86FAE536D0B5}"/>
              </a:ext>
            </a:extLst>
          </p:cNvPr>
          <p:cNvCxnSpPr>
            <a:cxnSpLocks/>
          </p:cNvCxnSpPr>
          <p:nvPr userDrawn="1"/>
        </p:nvCxnSpPr>
        <p:spPr>
          <a:xfrm flipH="1">
            <a:off x="367507" y="743654"/>
            <a:ext cx="995679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5DA5C8AD-12F2-6CF0-2407-4BA2126A1CC1}"/>
              </a:ext>
            </a:extLst>
          </p:cNvPr>
          <p:cNvSpPr txBox="1"/>
          <p:nvPr userDrawn="1"/>
        </p:nvSpPr>
        <p:spPr>
          <a:xfrm>
            <a:off x="7972444" y="514440"/>
            <a:ext cx="1905827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r">
              <a:lnSpc>
                <a:spcPct val="120000"/>
              </a:lnSpc>
              <a:defRPr sz="1000">
                <a:ln w="3175">
                  <a:solidFill>
                    <a:schemeClr val="tx1">
                      <a:alpha val="4000"/>
                    </a:schemeClr>
                  </a:solidFill>
                </a:ln>
                <a:latin typeface="Rix고딕 L" panose="02020603020101020101" pitchFamily="18" charset="-127"/>
                <a:ea typeface="Rix고딕 L" panose="02020603020101020101" pitchFamily="18" charset="-127"/>
              </a:defRPr>
            </a:lvl1pPr>
          </a:lstStyle>
          <a:p>
            <a:pPr>
              <a:lnSpc>
                <a:spcPct val="100000"/>
              </a:lnSpc>
            </a:pPr>
            <a:r>
              <a:rPr lang="ko-KR" altLang="en-US" sz="800" dirty="0" err="1"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프랭크엑스</a:t>
            </a:r>
            <a:r>
              <a:rPr lang="ko-KR" altLang="en-US" sz="800" dirty="0"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㈜</a:t>
            </a:r>
          </a:p>
        </p:txBody>
      </p:sp>
    </p:spTree>
    <p:extLst>
      <p:ext uri="{BB962C8B-B14F-4D97-AF65-F5344CB8AC3E}">
        <p14:creationId xmlns:p14="http://schemas.microsoft.com/office/powerpoint/2010/main" val="48060160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A34EDF45-A53D-B296-FFB9-9D003CC17B5F}"/>
              </a:ext>
            </a:extLst>
          </p:cNvPr>
          <p:cNvSpPr/>
          <p:nvPr userDrawn="1"/>
        </p:nvSpPr>
        <p:spPr>
          <a:xfrm>
            <a:off x="0" y="2138809"/>
            <a:ext cx="10691813" cy="542086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슬라이드 번호 개체 틀 3">
            <a:extLst>
              <a:ext uri="{FF2B5EF4-FFF2-40B4-BE49-F238E27FC236}">
                <a16:creationId xmlns:a16="http://schemas.microsoft.com/office/drawing/2014/main" id="{3655AD56-81B4-24AB-1703-AF3C49C53937}"/>
              </a:ext>
            </a:extLst>
          </p:cNvPr>
          <p:cNvSpPr txBox="1">
            <a:spLocks/>
          </p:cNvSpPr>
          <p:nvPr userDrawn="1"/>
        </p:nvSpPr>
        <p:spPr>
          <a:xfrm>
            <a:off x="8114762" y="6988986"/>
            <a:ext cx="2228850" cy="458968"/>
          </a:xfrm>
          <a:prstGeom prst="rect">
            <a:avLst/>
          </a:prstGeom>
        </p:spPr>
        <p:txBody>
          <a:bodyPr vert="horz" lIns="72745" tIns="36372" rIns="72745" bIns="36372" rtlCol="0" anchor="ctr"/>
          <a:lstStyle>
            <a:defPPr>
              <a:defRPr lang="en-US"/>
            </a:defPPr>
            <a:lvl1pPr marL="0" algn="r" defTabSz="457200" rtl="0" eaLnBrk="1" latinLnBrk="0" hangingPunct="1">
              <a:defRPr sz="132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A22BC48-D7EE-4471-BCC6-AB97324F8848}" type="slidenum">
              <a:rPr lang="ko-KR" altLang="en-US" sz="799">
                <a:ln w="3175">
                  <a:solidFill>
                    <a:schemeClr val="tx1">
                      <a:alpha val="4000"/>
                    </a:schemeClr>
                  </a:solidFill>
                </a:ln>
                <a:solidFill>
                  <a:schemeClr val="tx1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</a:rPr>
              <a:pPr/>
              <a:t>‹#›</a:t>
            </a:fld>
            <a:endParaRPr lang="ko-KR" altLang="en-US" sz="799" dirty="0">
              <a:ln w="3175">
                <a:solidFill>
                  <a:schemeClr val="tx1">
                    <a:alpha val="4000"/>
                  </a:schemeClr>
                </a:solidFill>
              </a:ln>
              <a:solidFill>
                <a:schemeClr val="tx1"/>
              </a:solidFill>
              <a:latin typeface="에스코어 드림 6 Bold" panose="020B0703030302020204" pitchFamily="34" charset="-127"/>
              <a:ea typeface="에스코어 드림 6 Bold" panose="020B0703030302020204" pitchFamily="34" charset="-127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75151C79-E5BF-AB99-9985-86FAE536D0B5}"/>
              </a:ext>
            </a:extLst>
          </p:cNvPr>
          <p:cNvCxnSpPr>
            <a:cxnSpLocks/>
          </p:cNvCxnSpPr>
          <p:nvPr userDrawn="1"/>
        </p:nvCxnSpPr>
        <p:spPr>
          <a:xfrm flipH="1">
            <a:off x="367507" y="743654"/>
            <a:ext cx="995679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5DA5C8AD-12F2-6CF0-2407-4BA2126A1CC1}"/>
              </a:ext>
            </a:extLst>
          </p:cNvPr>
          <p:cNvSpPr txBox="1"/>
          <p:nvPr userDrawn="1"/>
        </p:nvSpPr>
        <p:spPr>
          <a:xfrm>
            <a:off x="7530196" y="514440"/>
            <a:ext cx="2790322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r">
              <a:lnSpc>
                <a:spcPct val="120000"/>
              </a:lnSpc>
              <a:defRPr sz="1000">
                <a:ln w="3175">
                  <a:solidFill>
                    <a:schemeClr val="tx1">
                      <a:alpha val="4000"/>
                    </a:schemeClr>
                  </a:solidFill>
                </a:ln>
                <a:latin typeface="Rix고딕 L" panose="02020603020101020101" pitchFamily="18" charset="-127"/>
                <a:ea typeface="Rix고딕 L" panose="02020603020101020101" pitchFamily="18" charset="-127"/>
              </a:defRPr>
            </a:lvl1pPr>
          </a:lstStyle>
          <a:p>
            <a:pPr>
              <a:lnSpc>
                <a:spcPct val="100000"/>
              </a:lnSpc>
            </a:pPr>
            <a:r>
              <a:rPr lang="ko-KR" altLang="en-US" sz="800" dirty="0"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현충사 </a:t>
            </a:r>
            <a:r>
              <a:rPr lang="ko-KR" altLang="en-US" sz="800" dirty="0" err="1"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충무문</a:t>
            </a:r>
            <a:r>
              <a:rPr lang="ko-KR" altLang="en-US" sz="800" dirty="0"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 미디어아트</a:t>
            </a:r>
          </a:p>
        </p:txBody>
      </p:sp>
    </p:spTree>
    <p:extLst>
      <p:ext uri="{BB962C8B-B14F-4D97-AF65-F5344CB8AC3E}">
        <p14:creationId xmlns:p14="http://schemas.microsoft.com/office/powerpoint/2010/main" val="334626879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48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21" r:id="rId3"/>
    <p:sldLayoutId id="2147483720" r:id="rId4"/>
  </p:sldLayoutIdLst>
  <p:txStyles>
    <p:titleStyle>
      <a:lvl1pPr algn="l" defTabSz="1007943" rtl="0" eaLnBrk="1" latinLnBrk="1" hangingPunct="1">
        <a:lnSpc>
          <a:spcPct val="90000"/>
        </a:lnSpc>
        <a:spcBef>
          <a:spcPct val="0"/>
        </a:spcBef>
        <a:buNone/>
        <a:defRPr sz="48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986" indent="-251986" algn="l" defTabSz="1007943" rtl="0" eaLnBrk="1" latinLnBrk="1" hangingPunct="1">
        <a:lnSpc>
          <a:spcPct val="90000"/>
        </a:lnSpc>
        <a:spcBef>
          <a:spcPts val="1102"/>
        </a:spcBef>
        <a:buFont typeface="Arial" panose="020B0604020202020204" pitchFamily="34" charset="0"/>
        <a:buChar char="•"/>
        <a:defRPr sz="3086" kern="1200">
          <a:solidFill>
            <a:schemeClr val="tx1"/>
          </a:solidFill>
          <a:latin typeface="+mn-lt"/>
          <a:ea typeface="+mn-ea"/>
          <a:cs typeface="+mn-cs"/>
        </a:defRPr>
      </a:lvl1pPr>
      <a:lvl2pPr marL="755957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646" kern="1200">
          <a:solidFill>
            <a:schemeClr val="tx1"/>
          </a:solidFill>
          <a:latin typeface="+mn-lt"/>
          <a:ea typeface="+mn-ea"/>
          <a:cs typeface="+mn-cs"/>
        </a:defRPr>
      </a:lvl2pPr>
      <a:lvl3pPr marL="1259929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205" kern="1200">
          <a:solidFill>
            <a:schemeClr val="tx1"/>
          </a:solidFill>
          <a:latin typeface="+mn-lt"/>
          <a:ea typeface="+mn-ea"/>
          <a:cs typeface="+mn-cs"/>
        </a:defRPr>
      </a:lvl3pPr>
      <a:lvl4pPr marL="1763900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267872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771844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275815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779787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283758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1pPr>
      <a:lvl2pPr marL="503972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1007943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3pPr>
      <a:lvl4pPr marL="1511915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015886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519858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023829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527801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031772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81" userDrawn="1">
          <p15:clr>
            <a:srgbClr val="F26B43"/>
          </p15:clr>
        </p15:guide>
        <p15:guide id="2" pos="336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2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/>
          <p:cNvGrpSpPr/>
          <p:nvPr/>
        </p:nvGrpSpPr>
        <p:grpSpPr>
          <a:xfrm>
            <a:off x="893040" y="2850575"/>
            <a:ext cx="8905732" cy="1858525"/>
            <a:chOff x="1113040" y="2584176"/>
            <a:chExt cx="11194643" cy="2336195"/>
          </a:xfrm>
        </p:grpSpPr>
        <p:sp>
          <p:nvSpPr>
            <p:cNvPr id="4" name="TextBox 3"/>
            <p:cNvSpPr txBox="1"/>
            <p:nvPr/>
          </p:nvSpPr>
          <p:spPr>
            <a:xfrm>
              <a:off x="3733800" y="2584176"/>
              <a:ext cx="5934073" cy="3007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25400" marR="38100" indent="0" algn="ctr" fontAlgn="base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defRPr sz="1200">
                  <a:ln w="3175">
                    <a:solidFill>
                      <a:schemeClr val="tx1">
                        <a:alpha val="4000"/>
                      </a:schemeClr>
                    </a:solidFill>
                  </a:ln>
                  <a:latin typeface="Rix고딕 M"/>
                  <a:ea typeface="Rix고딕 M"/>
                </a:defRPr>
              </a:lvl1pPr>
            </a:lstStyle>
            <a:p>
              <a:pPr lvl="0">
                <a:lnSpc>
                  <a:spcPct val="100000"/>
                </a:lnSpc>
                <a:defRPr/>
              </a:pPr>
              <a:r>
                <a:rPr lang="ko-KR" altLang="en-US" sz="955">
                  <a:solidFill>
                    <a:schemeClr val="bg1"/>
                  </a:solidFill>
                  <a:latin typeface="에스코어 드림 9 Black"/>
                  <a:ea typeface="에스코어 드림 9 Black"/>
                  <a:cs typeface="Pretendard Medium"/>
                </a:rPr>
                <a:t>프랭크엑스</a:t>
              </a:r>
              <a:endParaRPr lang="en-US" altLang="ko-KR" sz="955">
                <a:solidFill>
                  <a:schemeClr val="bg1"/>
                </a:solidFill>
                <a:latin typeface="에스코어 드림 9 Black"/>
                <a:ea typeface="에스코어 드림 9 Black"/>
                <a:cs typeface="Pretendard Medium"/>
              </a:endParaRPr>
            </a:p>
          </p:txBody>
        </p:sp>
        <p:grpSp>
          <p:nvGrpSpPr>
            <p:cNvPr id="5" name="그룹 4"/>
            <p:cNvGrpSpPr/>
            <p:nvPr/>
          </p:nvGrpSpPr>
          <p:grpSpPr>
            <a:xfrm>
              <a:off x="1113040" y="3099009"/>
              <a:ext cx="11194643" cy="1361661"/>
              <a:chOff x="-274506" y="2961861"/>
              <a:chExt cx="11194643" cy="1361661"/>
            </a:xfrm>
          </p:grpSpPr>
          <p:sp>
            <p:nvSpPr>
              <p:cNvPr id="6" name="TextBox 5"/>
              <p:cNvSpPr txBox="1"/>
              <p:nvPr/>
            </p:nvSpPr>
            <p:spPr>
              <a:xfrm>
                <a:off x="-255453" y="3190751"/>
                <a:ext cx="11175590" cy="888857"/>
              </a:xfrm>
              <a:prstGeom prst="rect">
                <a:avLst/>
              </a:prstGeom>
              <a:noFill/>
            </p:spPr>
            <p:txBody>
              <a:bodyPr wrap="square" bIns="0" anchor="ctr">
                <a:spAutoFit/>
              </a:bodyPr>
              <a:lstStyle/>
              <a:p>
                <a:pPr lvl="0" algn="ctr">
                  <a:defRPr/>
                </a:pPr>
                <a:r>
                  <a:rPr lang="en-US" altLang="ko-KR" sz="4295" dirty="0">
                    <a:solidFill>
                      <a:schemeClr val="bg1"/>
                    </a:solidFill>
                    <a:latin typeface="에스코어 드림 7 ExtraBold"/>
                    <a:ea typeface="에스코어 드림 7 ExtraBold"/>
                    <a:cs typeface="Pretendard ExtraBold"/>
                  </a:rPr>
                  <a:t>2-1 </a:t>
                </a:r>
                <a:r>
                  <a:rPr lang="ko-KR" altLang="en-US" sz="4295" dirty="0">
                    <a:solidFill>
                      <a:schemeClr val="bg1"/>
                    </a:solidFill>
                    <a:latin typeface="에스코어 드림 7 ExtraBold"/>
                    <a:ea typeface="에스코어 드림 7 ExtraBold"/>
                    <a:cs typeface="Pretendard ExtraBold"/>
                  </a:rPr>
                  <a:t>관리설명서</a:t>
                </a:r>
              </a:p>
            </p:txBody>
          </p:sp>
          <p:sp>
            <p:nvSpPr>
              <p:cNvPr id="7" name="직사각형 6"/>
              <p:cNvSpPr/>
              <p:nvPr/>
            </p:nvSpPr>
            <p:spPr>
              <a:xfrm>
                <a:off x="-274506" y="2961861"/>
                <a:ext cx="11175590" cy="1361661"/>
              </a:xfrm>
              <a:prstGeom prst="rect">
                <a:avLst/>
              </a:prstGeom>
              <a:noFill/>
              <a:ln w="254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lvl="0" algn="ctr">
                  <a:defRPr/>
                </a:pPr>
                <a:endParaRPr lang="ko-KR" altLang="en-US" sz="1432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8" name="TextBox 7"/>
            <p:cNvSpPr txBox="1"/>
            <p:nvPr/>
          </p:nvSpPr>
          <p:spPr>
            <a:xfrm>
              <a:off x="4240904" y="4619572"/>
              <a:ext cx="4919871" cy="3007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algn="ctr">
                <a:defRPr/>
              </a:pPr>
              <a:r>
                <a:rPr lang="en-US" altLang="ko-KR" sz="955">
                  <a:solidFill>
                    <a:schemeClr val="bg1"/>
                  </a:solidFill>
                  <a:latin typeface="에스코어 드림 9 Black"/>
                  <a:ea typeface="에스코어 드림 9 Black"/>
                  <a:cs typeface="Pretendard Medium"/>
                </a:rPr>
                <a:t>2026.03.31</a:t>
              </a:r>
            </a:p>
          </p:txBody>
        </p:sp>
      </p:grpSp>
      <p:pic>
        <p:nvPicPr>
          <p:cNvPr id="15" name="그래픽 14">
            <a:extLst>
              <a:ext uri="{FF2B5EF4-FFF2-40B4-BE49-F238E27FC236}">
                <a16:creationId xmlns:a16="http://schemas.microsoft.com/office/drawing/2014/main" id="{7A104EBF-A0B6-127E-732A-29BD97BCAD2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13194" y="112712"/>
            <a:ext cx="257175" cy="400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8041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71296" y="517151"/>
            <a:ext cx="2226267" cy="16864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lvl="0">
              <a:lnSpc>
                <a:spcPct val="120000"/>
              </a:lnSpc>
              <a:defRPr/>
            </a:pPr>
            <a:r>
              <a:rPr lang="en-US" altLang="ko-KR" sz="955">
                <a:ln w="3175">
                  <a:solidFill>
                    <a:schemeClr val="tx1">
                      <a:alpha val="4000"/>
                    </a:schemeClr>
                  </a:solidFill>
                </a:ln>
                <a:latin typeface="에스코어 드림 7 ExtraBold"/>
                <a:ea typeface="에스코어 드림 7 ExtraBold"/>
                <a:cs typeface="Pretendard Medium"/>
              </a:rPr>
              <a:t>2-2-1 </a:t>
            </a:r>
            <a:r>
              <a:rPr lang="ko-KR" altLang="en-US" sz="955">
                <a:ln w="3175">
                  <a:solidFill>
                    <a:schemeClr val="tx1">
                      <a:alpha val="4000"/>
                    </a:schemeClr>
                  </a:solidFill>
                </a:ln>
                <a:latin typeface="에스코어 드림 7 ExtraBold"/>
                <a:ea typeface="에스코어 드림 7 ExtraBold"/>
                <a:cs typeface="Pretendard Medium"/>
              </a:rPr>
              <a:t>숲은 생명이다</a:t>
            </a:r>
            <a:endParaRPr lang="ko-KR" altLang="en-US" sz="955">
              <a:latin typeface="에스코어 드림 7 ExtraBold"/>
              <a:ea typeface="에스코어 드림 7 ExtraBold"/>
              <a:cs typeface="Pretendard Medium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476656" y="933061"/>
            <a:ext cx="340468" cy="317440"/>
          </a:xfrm>
          <a:prstGeom prst="rect">
            <a:avLst/>
          </a:prstGeom>
          <a:solidFill>
            <a:srgbClr val="262626"/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500">
                <a:solidFill>
                  <a:schemeClr val="bg1"/>
                </a:solidFill>
                <a:latin typeface="에스코어 드림 9 Black"/>
                <a:ea typeface="에스코어 드림 9 Black"/>
                <a:cs typeface="Pretendard Black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5077" y="953282"/>
            <a:ext cx="2796488" cy="2640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200">
                <a:solidFill>
                  <a:srgbClr val="262626"/>
                </a:solidFill>
                <a:latin typeface="에스코어 드림 9 Black"/>
                <a:ea typeface="에스코어 드림 9 Black"/>
                <a:cs typeface="Pretendard Medium"/>
              </a:rPr>
              <a:t>영상 교체</a:t>
            </a:r>
          </a:p>
        </p:txBody>
      </p:sp>
      <p:pic>
        <p:nvPicPr>
          <p:cNvPr id="3" name="그래픽 2">
            <a:extLst>
              <a:ext uri="{FF2B5EF4-FFF2-40B4-BE49-F238E27FC236}">
                <a16:creationId xmlns:a16="http://schemas.microsoft.com/office/drawing/2014/main" id="{DB237926-0879-93D9-612E-E0B710445D8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12275" y="88976"/>
            <a:ext cx="251177" cy="399600"/>
          </a:xfrm>
          <a:prstGeom prst="rect">
            <a:avLst/>
          </a:prstGeom>
        </p:spPr>
      </p:pic>
      <p:sp>
        <p:nvSpPr>
          <p:cNvPr id="17" name="가로 글상자 16"/>
          <p:cNvSpPr txBox="1"/>
          <p:nvPr/>
        </p:nvSpPr>
        <p:spPr>
          <a:xfrm>
            <a:off x="638685" y="1535292"/>
            <a:ext cx="864875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57040" lvl="0" indent="-257040">
              <a:buFont typeface="Arial"/>
              <a:buChar char="•"/>
              <a:defRPr/>
            </a:pPr>
            <a:r>
              <a:rPr lang="ko-KR" altLang="en-US" dirty="0"/>
              <a:t>파일 위치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en-US" altLang="ko-KR" dirty="0"/>
              <a:t>C:/SejongReforest_210_Quiz/SejongReforest_210_Quiz_Data/StreamingAssets/Videos</a:t>
            </a:r>
          </a:p>
          <a:p>
            <a:pPr marL="257040" lvl="0" indent="-257040">
              <a:buFont typeface="Arial"/>
              <a:buChar char="•"/>
              <a:defRPr/>
            </a:pPr>
            <a:r>
              <a:rPr lang="en-US" altLang="ko-KR" dirty="0"/>
              <a:t>H.264</a:t>
            </a:r>
            <a:r>
              <a:rPr lang="ko-KR" altLang="en-US" dirty="0"/>
              <a:t>로 인코딩 된 </a:t>
            </a:r>
            <a:r>
              <a:rPr lang="en-US" altLang="ko-KR" dirty="0"/>
              <a:t>mp4</a:t>
            </a:r>
            <a:r>
              <a:rPr lang="ko-KR" altLang="en-US" dirty="0"/>
              <a:t>로 </a:t>
            </a:r>
            <a:r>
              <a:rPr lang="en-US" altLang="ko-KR" dirty="0"/>
              <a:t>00,(01-1~01-*)~(04-1~04-*).mp4</a:t>
            </a:r>
            <a:r>
              <a:rPr lang="ko-KR" altLang="en-US" dirty="0"/>
              <a:t> 교체합니다</a:t>
            </a:r>
            <a:r>
              <a:rPr lang="en-US" altLang="ko-KR" dirty="0"/>
              <a:t>.</a:t>
            </a:r>
          </a:p>
          <a:p>
            <a:pPr marL="257040" lvl="0" indent="-257040">
              <a:buFont typeface="Arial"/>
              <a:buChar char="•"/>
              <a:defRPr/>
            </a:pPr>
            <a:r>
              <a:rPr lang="ko-KR" altLang="en-US" dirty="0"/>
              <a:t>퀴즈의 결과 따라 영상이 재생됩니다</a:t>
            </a:r>
            <a:r>
              <a:rPr lang="en-US" altLang="ko-KR" dirty="0"/>
              <a:t>.</a:t>
            </a:r>
          </a:p>
          <a:p>
            <a:pPr marL="257040" lvl="0" indent="-257040">
              <a:buFont typeface="Arial"/>
              <a:buChar char="•"/>
              <a:defRPr/>
            </a:pPr>
            <a:r>
              <a:rPr lang="en-US" altLang="ko-KR" dirty="0"/>
              <a:t>100</a:t>
            </a:r>
            <a:r>
              <a:rPr lang="ko-KR" altLang="en-US" dirty="0"/>
              <a:t>대 명품숲이 결과일 경우 </a:t>
            </a:r>
            <a:r>
              <a:rPr lang="en-US" altLang="ko-KR" dirty="0"/>
              <a:t>01-1 , 01-2 , 01-3 , 01-4 … 01-10  </a:t>
            </a:r>
            <a:r>
              <a:rPr lang="ko-KR" altLang="en-US" dirty="0"/>
              <a:t>순서로 재생됩니다</a:t>
            </a:r>
            <a:r>
              <a:rPr lang="en-US" altLang="ko-KR" dirty="0"/>
              <a:t>.</a:t>
            </a:r>
          </a:p>
          <a:p>
            <a:pPr marL="257040" lvl="0" indent="-257040">
              <a:buFont typeface="Arial"/>
              <a:buChar char="•"/>
              <a:defRPr/>
            </a:pPr>
            <a:endParaRPr lang="ko-KR" altLang="en-US" dirty="0"/>
          </a:p>
          <a:p>
            <a:pPr marL="257040" lvl="0" indent="-257040">
              <a:buFont typeface="Arial"/>
              <a:buChar char="•"/>
              <a:defRPr/>
            </a:pPr>
            <a:r>
              <a:rPr lang="en-US" altLang="ko-KR" dirty="0"/>
              <a:t>00.mp4: </a:t>
            </a:r>
            <a:r>
              <a:rPr lang="ko-KR" altLang="en-US" dirty="0"/>
              <a:t>대기 화면 </a:t>
            </a:r>
            <a:r>
              <a:rPr lang="en-US" altLang="ko-KR" dirty="0"/>
              <a:t>(</a:t>
            </a:r>
            <a:r>
              <a:rPr lang="ko-KR" altLang="en-US" dirty="0"/>
              <a:t>홈</a:t>
            </a:r>
            <a:r>
              <a:rPr lang="en-US" altLang="ko-KR" dirty="0"/>
              <a:t>)</a:t>
            </a:r>
          </a:p>
          <a:p>
            <a:pPr marL="257040" lvl="0" indent="-257040">
              <a:buFont typeface="Arial"/>
              <a:buChar char="•"/>
              <a:defRPr/>
            </a:pPr>
            <a:r>
              <a:rPr lang="en-US" altLang="ko-KR" dirty="0"/>
              <a:t>01-1.mp4: 100</a:t>
            </a:r>
            <a:r>
              <a:rPr lang="ko-KR" altLang="en-US" dirty="0"/>
              <a:t>대 </a:t>
            </a:r>
            <a:r>
              <a:rPr lang="ko-KR" altLang="en-US" dirty="0" err="1"/>
              <a:t>명품숲</a:t>
            </a:r>
            <a:endParaRPr lang="en-US" altLang="ko-KR" dirty="0"/>
          </a:p>
          <a:p>
            <a:pPr marL="257040" lvl="0" indent="-257040">
              <a:buFont typeface="Arial"/>
              <a:buChar char="•"/>
              <a:defRPr/>
            </a:pPr>
            <a:r>
              <a:rPr lang="en-US" altLang="ko-KR" dirty="0"/>
              <a:t>01-2.mp4:</a:t>
            </a:r>
            <a:r>
              <a:rPr lang="ko-KR" altLang="en-US" dirty="0"/>
              <a:t> </a:t>
            </a:r>
            <a:r>
              <a:rPr lang="en-US" altLang="ko-KR" dirty="0"/>
              <a:t>01-1 </a:t>
            </a:r>
            <a:r>
              <a:rPr lang="ko-KR" altLang="en-US" dirty="0"/>
              <a:t>영상이 끝난 후 재생</a:t>
            </a:r>
            <a:endParaRPr lang="en-US" altLang="ko-KR" dirty="0"/>
          </a:p>
          <a:p>
            <a:pPr marL="257040" lvl="0" indent="-257040">
              <a:buFont typeface="Arial"/>
              <a:buChar char="•"/>
              <a:defRPr/>
            </a:pPr>
            <a:r>
              <a:rPr lang="en-US" altLang="ko-KR" dirty="0"/>
              <a:t>01-3.mp4: 01-2 </a:t>
            </a:r>
            <a:r>
              <a:rPr lang="ko-KR" altLang="en-US" dirty="0"/>
              <a:t>영상이 끝난 후 재생</a:t>
            </a:r>
            <a:r>
              <a:rPr lang="en-US" altLang="ko-KR" dirty="0"/>
              <a:t>(</a:t>
            </a:r>
            <a:r>
              <a:rPr lang="ko-KR" altLang="en-US" dirty="0"/>
              <a:t>마지막일 경우 </a:t>
            </a:r>
            <a:r>
              <a:rPr lang="ko-KR" altLang="en-US" dirty="0" err="1"/>
              <a:t>재생후</a:t>
            </a:r>
            <a:r>
              <a:rPr lang="ko-KR" altLang="en-US" dirty="0"/>
              <a:t> 대기화면으로 전환</a:t>
            </a:r>
            <a:r>
              <a:rPr lang="en-US" altLang="ko-KR" dirty="0"/>
              <a:t>)</a:t>
            </a:r>
            <a:endParaRPr lang="ko-KR" altLang="en-US" dirty="0"/>
          </a:p>
          <a:p>
            <a:pPr marL="257040" lvl="0" indent="-257040">
              <a:buFont typeface="Arial"/>
              <a:buChar char="•"/>
              <a:defRPr/>
            </a:pPr>
            <a:r>
              <a:rPr lang="en-US" altLang="ko-KR" dirty="0"/>
              <a:t>02-1.mp4: </a:t>
            </a:r>
            <a:r>
              <a:rPr lang="ko-KR" altLang="en-US" dirty="0" err="1"/>
              <a:t>명품숲길</a:t>
            </a:r>
            <a:endParaRPr lang="en-US" altLang="ko-KR" dirty="0"/>
          </a:p>
          <a:p>
            <a:pPr marL="257040" lvl="0" indent="-257040">
              <a:buFont typeface="Arial"/>
              <a:buChar char="•"/>
              <a:defRPr/>
            </a:pPr>
            <a:r>
              <a:rPr lang="en-US" altLang="ko-KR" dirty="0"/>
              <a:t>02-2.mp4: 02-1 </a:t>
            </a:r>
            <a:r>
              <a:rPr lang="ko-KR" altLang="en-US" dirty="0"/>
              <a:t>영상이 끝난 후 재생</a:t>
            </a:r>
          </a:p>
          <a:p>
            <a:pPr marL="257040" lvl="0" indent="-257040">
              <a:buFont typeface="Arial"/>
              <a:buChar char="•"/>
              <a:defRPr/>
            </a:pPr>
            <a:r>
              <a:rPr lang="en-US" altLang="ko-KR" dirty="0"/>
              <a:t>03-1.mp4: </a:t>
            </a:r>
            <a:r>
              <a:rPr lang="ko-KR" altLang="en-US" dirty="0"/>
              <a:t>자연휴양림</a:t>
            </a:r>
            <a:endParaRPr lang="en-US" altLang="ko-KR" dirty="0"/>
          </a:p>
          <a:p>
            <a:pPr marL="257040" lvl="0" indent="-257040">
              <a:buFont typeface="Arial"/>
              <a:buChar char="•"/>
              <a:defRPr/>
            </a:pPr>
            <a:r>
              <a:rPr lang="en-US" altLang="ko-KR" dirty="0"/>
              <a:t>03-2.mp4: 03-1 </a:t>
            </a:r>
            <a:r>
              <a:rPr lang="ko-KR" altLang="en-US" dirty="0"/>
              <a:t>영상이 끝난 후 재생</a:t>
            </a:r>
            <a:endParaRPr lang="en-US" altLang="ko-KR" dirty="0"/>
          </a:p>
          <a:p>
            <a:pPr marL="257040" lvl="0" indent="-257040">
              <a:buFont typeface="Arial"/>
              <a:buChar char="•"/>
              <a:defRPr/>
            </a:pPr>
            <a:r>
              <a:rPr lang="en-US" altLang="ko-KR" dirty="0"/>
              <a:t>04-1.mp4: </a:t>
            </a:r>
            <a:r>
              <a:rPr lang="ko-KR" altLang="en-US" dirty="0"/>
              <a:t>정원</a:t>
            </a:r>
            <a:endParaRPr lang="en-US" altLang="ko-KR" dirty="0"/>
          </a:p>
          <a:p>
            <a:pPr marL="257040" lvl="0" indent="-257040">
              <a:buFont typeface="Arial"/>
              <a:buChar char="•"/>
              <a:defRPr/>
            </a:pPr>
            <a:r>
              <a:rPr lang="en-US" altLang="ko-KR" dirty="0"/>
              <a:t>04-2.mp4: 04-1 </a:t>
            </a:r>
            <a:r>
              <a:rPr lang="ko-KR" altLang="en-US" dirty="0"/>
              <a:t>영상이 끝난 후 재생</a:t>
            </a:r>
          </a:p>
        </p:txBody>
      </p:sp>
    </p:spTree>
    <p:extLst>
      <p:ext uri="{BB962C8B-B14F-4D97-AF65-F5344CB8AC3E}">
        <p14:creationId xmlns:p14="http://schemas.microsoft.com/office/powerpoint/2010/main" val="1155626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71296" y="517151"/>
            <a:ext cx="2226267" cy="16864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lvl="0">
              <a:lnSpc>
                <a:spcPct val="120000"/>
              </a:lnSpc>
              <a:defRPr/>
            </a:pPr>
            <a:r>
              <a:rPr lang="en-US" altLang="ko-KR" sz="955">
                <a:ln w="3175">
                  <a:solidFill>
                    <a:schemeClr val="tx1">
                      <a:alpha val="4000"/>
                    </a:schemeClr>
                  </a:solidFill>
                </a:ln>
                <a:latin typeface="에스코어 드림 7 ExtraBold"/>
                <a:ea typeface="에스코어 드림 7 ExtraBold"/>
                <a:cs typeface="Pretendard Medium"/>
              </a:rPr>
              <a:t>2-2-1 </a:t>
            </a:r>
            <a:r>
              <a:rPr lang="ko-KR" altLang="en-US" sz="955">
                <a:ln w="3175">
                  <a:solidFill>
                    <a:schemeClr val="tx1">
                      <a:alpha val="4000"/>
                    </a:schemeClr>
                  </a:solidFill>
                </a:ln>
                <a:latin typeface="에스코어 드림 7 ExtraBold"/>
                <a:ea typeface="에스코어 드림 7 ExtraBold"/>
                <a:cs typeface="Pretendard Medium"/>
              </a:rPr>
              <a:t>숲은 생명이다</a:t>
            </a:r>
            <a:endParaRPr lang="ko-KR" altLang="en-US" sz="955">
              <a:latin typeface="에스코어 드림 7 ExtraBold"/>
              <a:ea typeface="에스코어 드림 7 ExtraBold"/>
              <a:cs typeface="Pretendard Medium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476656" y="933061"/>
            <a:ext cx="340468" cy="317440"/>
          </a:xfrm>
          <a:prstGeom prst="rect">
            <a:avLst/>
          </a:prstGeom>
          <a:solidFill>
            <a:srgbClr val="262626"/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500">
                <a:solidFill>
                  <a:schemeClr val="bg1"/>
                </a:solidFill>
                <a:latin typeface="에스코어 드림 9 Black"/>
                <a:ea typeface="에스코어 드림 9 Black"/>
                <a:cs typeface="Pretendard Black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9160" y="953282"/>
            <a:ext cx="1907941" cy="2640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200">
                <a:solidFill>
                  <a:srgbClr val="262626"/>
                </a:solidFill>
                <a:latin typeface="에스코어 드림 9 Black"/>
                <a:ea typeface="에스코어 드림 9 Black"/>
                <a:cs typeface="Pretendard Medium"/>
              </a:rPr>
              <a:t>사진 교체</a:t>
            </a:r>
          </a:p>
        </p:txBody>
      </p:sp>
      <p:pic>
        <p:nvPicPr>
          <p:cNvPr id="3" name="그래픽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312275" y="88976"/>
            <a:ext cx="251177" cy="399600"/>
          </a:xfrm>
          <a:prstGeom prst="rect">
            <a:avLst/>
          </a:prstGeom>
        </p:spPr>
      </p:pic>
      <p:sp>
        <p:nvSpPr>
          <p:cNvPr id="17" name="가로 글상자 16"/>
          <p:cNvSpPr txBox="1"/>
          <p:nvPr/>
        </p:nvSpPr>
        <p:spPr>
          <a:xfrm>
            <a:off x="476656" y="1373366"/>
            <a:ext cx="5883389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57040" lvl="0" indent="-257040">
              <a:buFont typeface="Arial"/>
              <a:buChar char="•"/>
              <a:defRPr/>
            </a:pPr>
            <a:r>
              <a:rPr lang="ko-KR" altLang="en-US" dirty="0"/>
              <a:t>파일 위치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en-US" altLang="ko-KR" dirty="0"/>
              <a:t>C:/ SejongReforest_210_Quiz/ SejongReforest_210_Quiz _Data/StreamingAssets/Images</a:t>
            </a:r>
          </a:p>
          <a:p>
            <a:pPr marL="257040" lvl="0" indent="-257040">
              <a:buFont typeface="Arial"/>
              <a:buChar char="•"/>
              <a:defRPr/>
            </a:pPr>
            <a:r>
              <a:rPr lang="en-US" altLang="ko-KR" dirty="0"/>
              <a:t>jpg </a:t>
            </a:r>
            <a:r>
              <a:rPr lang="ko-KR" altLang="en-US" dirty="0"/>
              <a:t>또는 </a:t>
            </a:r>
            <a:r>
              <a:rPr lang="en-US" altLang="ko-KR" dirty="0" err="1"/>
              <a:t>png</a:t>
            </a:r>
            <a:r>
              <a:rPr lang="ko-KR" altLang="en-US" dirty="0"/>
              <a:t>로 같은 이름의 파일로 교체합니다</a:t>
            </a:r>
            <a:endParaRPr lang="en-US" altLang="ko-KR" dirty="0"/>
          </a:p>
          <a:p>
            <a:pPr marL="257040" lvl="0" indent="-257040">
              <a:buFont typeface="Arial"/>
              <a:buChar char="•"/>
              <a:defRPr/>
            </a:pPr>
            <a:r>
              <a:rPr lang="ko-KR" altLang="en-US" dirty="0"/>
              <a:t>퀴즈 </a:t>
            </a:r>
            <a:r>
              <a:rPr lang="ko-KR" altLang="en-US" dirty="0" err="1"/>
              <a:t>결과이미지</a:t>
            </a:r>
            <a:r>
              <a:rPr lang="ko-KR" altLang="en-US" dirty="0"/>
              <a:t> 파일 이름 입니다</a:t>
            </a:r>
            <a:r>
              <a:rPr lang="en-US" altLang="ko-KR" dirty="0"/>
              <a:t>.</a:t>
            </a:r>
          </a:p>
          <a:p>
            <a:pPr lvl="0">
              <a:defRPr/>
            </a:pPr>
            <a:endParaRPr lang="en-US" altLang="ko-KR" dirty="0"/>
          </a:p>
          <a:p>
            <a:pPr marL="257040" lvl="0" indent="-257040">
              <a:buFont typeface="Arial"/>
              <a:buChar char="•"/>
              <a:defRPr/>
            </a:pPr>
            <a:r>
              <a:rPr lang="en-US" altLang="ko-KR" dirty="0"/>
              <a:t>01-Result: </a:t>
            </a:r>
            <a:r>
              <a:rPr lang="ko-KR" altLang="en-US" dirty="0"/>
              <a:t>산림경영형</a:t>
            </a:r>
          </a:p>
          <a:p>
            <a:pPr marL="257040" lvl="0" indent="-257040">
              <a:buFont typeface="Arial"/>
              <a:buChar char="•"/>
              <a:defRPr/>
            </a:pPr>
            <a:r>
              <a:rPr lang="en-US" altLang="ko-KR" dirty="0"/>
              <a:t>02-Result: </a:t>
            </a:r>
            <a:r>
              <a:rPr lang="ko-KR" altLang="en-US" dirty="0"/>
              <a:t>산림보전형</a:t>
            </a:r>
            <a:endParaRPr lang="en-US" altLang="ko-KR" dirty="0"/>
          </a:p>
          <a:p>
            <a:pPr marL="257040" lvl="0" indent="-257040">
              <a:buFont typeface="Arial"/>
              <a:buChar char="•"/>
              <a:defRPr/>
            </a:pPr>
            <a:r>
              <a:rPr lang="en-US" altLang="ko-KR" dirty="0"/>
              <a:t>03-Result: </a:t>
            </a:r>
            <a:r>
              <a:rPr lang="ko-KR" altLang="en-US" dirty="0"/>
              <a:t>산림휴양형</a:t>
            </a:r>
          </a:p>
          <a:p>
            <a:pPr marL="257040" lvl="0" indent="-257040">
              <a:buFont typeface="Arial"/>
              <a:buChar char="•"/>
              <a:defRPr/>
            </a:pPr>
            <a:r>
              <a:rPr lang="en-US" altLang="ko-KR" dirty="0"/>
              <a:t>04-Result: </a:t>
            </a:r>
            <a:r>
              <a:rPr lang="ko-KR" altLang="en-US" dirty="0"/>
              <a:t>가벼운 운동</a:t>
            </a:r>
          </a:p>
          <a:p>
            <a:pPr marL="257040" lvl="0" indent="-257040">
              <a:buFont typeface="Arial"/>
              <a:buChar char="•"/>
              <a:defRPr/>
            </a:pPr>
            <a:r>
              <a:rPr lang="en-US" altLang="ko-KR" dirty="0"/>
              <a:t>05-Result: </a:t>
            </a:r>
            <a:r>
              <a:rPr lang="ko-KR" altLang="en-US" dirty="0"/>
              <a:t>가벼운 산책</a:t>
            </a:r>
          </a:p>
          <a:p>
            <a:pPr marL="257040" lvl="0" indent="-257040">
              <a:buFont typeface="Arial"/>
              <a:buChar char="•"/>
              <a:defRPr/>
            </a:pPr>
            <a:r>
              <a:rPr lang="en-US" altLang="ko-KR" dirty="0"/>
              <a:t>06-Result: </a:t>
            </a:r>
            <a:r>
              <a:rPr lang="ko-KR" altLang="en-US" dirty="0"/>
              <a:t>프로 </a:t>
            </a:r>
            <a:r>
              <a:rPr lang="ko-KR" altLang="en-US" dirty="0" err="1"/>
              <a:t>숲길러</a:t>
            </a:r>
            <a:endParaRPr lang="ko-KR" altLang="en-US" dirty="0"/>
          </a:p>
          <a:p>
            <a:pPr marL="257040" lvl="0" indent="-257040">
              <a:buFont typeface="Arial"/>
              <a:buChar char="•"/>
              <a:defRPr/>
            </a:pPr>
            <a:r>
              <a:rPr lang="en-US" altLang="ko-KR" dirty="0"/>
              <a:t>07-Result: </a:t>
            </a:r>
            <a:r>
              <a:rPr lang="ko-KR" altLang="en-US" dirty="0" err="1"/>
              <a:t>이태라포풀라</a:t>
            </a:r>
            <a:endParaRPr lang="ko-KR" altLang="en-US" dirty="0"/>
          </a:p>
          <a:p>
            <a:pPr marL="257040" lvl="0" indent="-257040">
              <a:buFont typeface="Arial"/>
              <a:buChar char="•"/>
              <a:defRPr/>
            </a:pPr>
            <a:r>
              <a:rPr lang="en-US" altLang="ko-KR" dirty="0"/>
              <a:t>08-Result: </a:t>
            </a:r>
            <a:r>
              <a:rPr lang="ko-KR" altLang="en-US" dirty="0"/>
              <a:t>휴식</a:t>
            </a:r>
            <a:r>
              <a:rPr lang="en-US" altLang="ko-KR" dirty="0"/>
              <a:t> </a:t>
            </a:r>
            <a:r>
              <a:rPr lang="ko-KR" altLang="en-US" dirty="0"/>
              <a:t>관광</a:t>
            </a:r>
            <a:endParaRPr lang="en-US" altLang="ko-KR" dirty="0"/>
          </a:p>
          <a:p>
            <a:pPr marL="257040" lvl="0" indent="-257040">
              <a:buFont typeface="Arial"/>
              <a:buChar char="•"/>
              <a:defRPr/>
            </a:pPr>
            <a:r>
              <a:rPr lang="en-US" altLang="ko-KR" dirty="0"/>
              <a:t>09-Result: </a:t>
            </a:r>
            <a:r>
              <a:rPr lang="ko-KR" altLang="en-US" dirty="0"/>
              <a:t>체험 </a:t>
            </a:r>
            <a:r>
              <a:rPr lang="ko-KR" altLang="en-US" dirty="0" err="1"/>
              <a:t>엑티비티</a:t>
            </a:r>
            <a:endParaRPr lang="ko-KR" altLang="en-US" dirty="0"/>
          </a:p>
          <a:p>
            <a:pPr marL="257040" lvl="0" indent="-257040">
              <a:buFont typeface="Arial"/>
              <a:buChar char="•"/>
              <a:defRPr/>
            </a:pPr>
            <a:r>
              <a:rPr lang="en-US" altLang="ko-KR" dirty="0"/>
              <a:t>10-Result: </a:t>
            </a:r>
            <a:r>
              <a:rPr lang="ko-KR" altLang="en-US" dirty="0"/>
              <a:t>자연 탐구</a:t>
            </a:r>
            <a:endParaRPr lang="en-US" altLang="ko-KR" dirty="0"/>
          </a:p>
          <a:p>
            <a:pPr marL="257040" lvl="0" indent="-257040">
              <a:buFont typeface="Arial"/>
              <a:buChar char="•"/>
              <a:defRPr/>
            </a:pPr>
            <a:r>
              <a:rPr lang="en-US" altLang="ko-KR" dirty="0"/>
              <a:t>11-Result: </a:t>
            </a:r>
            <a:r>
              <a:rPr lang="ko-KR" altLang="en-US" dirty="0"/>
              <a:t>가족 연인</a:t>
            </a:r>
            <a:endParaRPr lang="en-US" altLang="ko-KR" dirty="0"/>
          </a:p>
          <a:p>
            <a:pPr marL="257040" lvl="0" indent="-257040">
              <a:buFont typeface="Arial"/>
              <a:buChar char="•"/>
              <a:defRPr/>
            </a:pPr>
            <a:r>
              <a:rPr lang="en-US" altLang="ko-KR" dirty="0"/>
              <a:t>12-Result:</a:t>
            </a:r>
            <a:r>
              <a:rPr lang="ko-KR" altLang="en-US" dirty="0"/>
              <a:t> 휴식</a:t>
            </a:r>
            <a:endParaRPr lang="en-US" altLang="ko-KR" dirty="0"/>
          </a:p>
          <a:p>
            <a:pPr marL="257040" lvl="0" indent="-257040">
              <a:buFont typeface="Arial"/>
              <a:buChar char="•"/>
              <a:defRPr/>
            </a:pPr>
            <a:r>
              <a:rPr lang="en-US" altLang="ko-KR" dirty="0"/>
              <a:t>13-Result: </a:t>
            </a:r>
            <a:r>
              <a:rPr lang="ko-KR" altLang="en-US" dirty="0"/>
              <a:t>풍경</a:t>
            </a:r>
            <a:endParaRPr lang="en-US" altLang="ko-KR" dirty="0"/>
          </a:p>
          <a:p>
            <a:pPr marL="257040" lvl="0" indent="-257040">
              <a:buFont typeface="Arial"/>
              <a:buChar char="•"/>
              <a:defRPr/>
            </a:pPr>
            <a:r>
              <a:rPr lang="en-US" altLang="ko-KR" dirty="0"/>
              <a:t>14-Result: </a:t>
            </a:r>
            <a:r>
              <a:rPr lang="ko-KR" altLang="en-US" dirty="0"/>
              <a:t>전통 예술</a:t>
            </a:r>
            <a:endParaRPr lang="en-US" altLang="ko-KR" dirty="0"/>
          </a:p>
          <a:p>
            <a:pPr marL="257040" lvl="0" indent="-257040">
              <a:buFont typeface="Arial"/>
              <a:buChar char="•"/>
              <a:defRPr/>
            </a:pPr>
            <a:r>
              <a:rPr lang="en-US" altLang="ko-KR" dirty="0"/>
              <a:t>15-Result: </a:t>
            </a:r>
            <a:r>
              <a:rPr lang="ko-KR" altLang="en-US" dirty="0"/>
              <a:t>이색정원</a:t>
            </a:r>
            <a:endParaRPr lang="en-US" altLang="ko-KR" dirty="0"/>
          </a:p>
          <a:p>
            <a:pPr marL="257040" lvl="0" indent="-257040">
              <a:buFont typeface="Arial"/>
              <a:buChar char="•"/>
              <a:defRPr/>
            </a:pPr>
            <a:r>
              <a:rPr lang="en-US" altLang="ko-KR" dirty="0"/>
              <a:t>Result-</a:t>
            </a:r>
            <a:r>
              <a:rPr lang="en-US" altLang="ko-KR" dirty="0" err="1"/>
              <a:t>btn</a:t>
            </a:r>
            <a:r>
              <a:rPr lang="en-US" altLang="ko-KR" dirty="0"/>
              <a:t>: </a:t>
            </a:r>
            <a:r>
              <a:rPr lang="ko-KR" altLang="en-US" dirty="0"/>
              <a:t>결과창에서 대기화면으로 돌아가는 버튼</a:t>
            </a:r>
            <a:endParaRPr lang="en-US" altLang="ko-KR" dirty="0"/>
          </a:p>
          <a:p>
            <a:pPr marL="257040" lvl="0" indent="-257040">
              <a:buFont typeface="Arial"/>
              <a:buChar char="•"/>
              <a:defRPr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21260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1F1934-86DF-8FA0-E3CA-4E54852E5B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FE083CD-BC52-02C0-62A3-5AC78D943A5A}"/>
              </a:ext>
            </a:extLst>
          </p:cNvPr>
          <p:cNvSpPr txBox="1"/>
          <p:nvPr/>
        </p:nvSpPr>
        <p:spPr>
          <a:xfrm>
            <a:off x="371296" y="517151"/>
            <a:ext cx="2226267" cy="16864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lvl="0">
              <a:lnSpc>
                <a:spcPct val="120000"/>
              </a:lnSpc>
              <a:defRPr/>
            </a:pPr>
            <a:r>
              <a:rPr lang="en-US" altLang="ko-KR" sz="955">
                <a:ln w="3175">
                  <a:solidFill>
                    <a:schemeClr val="tx1">
                      <a:alpha val="4000"/>
                    </a:schemeClr>
                  </a:solidFill>
                </a:ln>
                <a:latin typeface="에스코어 드림 7 ExtraBold"/>
                <a:ea typeface="에스코어 드림 7 ExtraBold"/>
                <a:cs typeface="Pretendard Medium"/>
              </a:rPr>
              <a:t>2-2-1 </a:t>
            </a:r>
            <a:r>
              <a:rPr lang="ko-KR" altLang="en-US" sz="955">
                <a:ln w="3175">
                  <a:solidFill>
                    <a:schemeClr val="tx1">
                      <a:alpha val="4000"/>
                    </a:schemeClr>
                  </a:solidFill>
                </a:ln>
                <a:latin typeface="에스코어 드림 7 ExtraBold"/>
                <a:ea typeface="에스코어 드림 7 ExtraBold"/>
                <a:cs typeface="Pretendard Medium"/>
              </a:rPr>
              <a:t>숲은 생명이다</a:t>
            </a:r>
            <a:endParaRPr lang="ko-KR" altLang="en-US" sz="955">
              <a:latin typeface="에스코어 드림 7 ExtraBold"/>
              <a:ea typeface="에스코어 드림 7 ExtraBold"/>
              <a:cs typeface="Pretendard Medium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05CF52C-D186-9173-0D3B-ED677B77B149}"/>
              </a:ext>
            </a:extLst>
          </p:cNvPr>
          <p:cNvSpPr/>
          <p:nvPr/>
        </p:nvSpPr>
        <p:spPr>
          <a:xfrm>
            <a:off x="476656" y="933061"/>
            <a:ext cx="340468" cy="317440"/>
          </a:xfrm>
          <a:prstGeom prst="rect">
            <a:avLst/>
          </a:prstGeom>
          <a:solidFill>
            <a:srgbClr val="262626"/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500">
                <a:solidFill>
                  <a:schemeClr val="bg1"/>
                </a:solidFill>
                <a:latin typeface="에스코어 드림 9 Black"/>
                <a:ea typeface="에스코어 드림 9 Black"/>
                <a:cs typeface="Pretendard Black"/>
              </a:rPr>
              <a:t>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E744B1-64A2-BC35-4146-5D5009991D06}"/>
              </a:ext>
            </a:extLst>
          </p:cNvPr>
          <p:cNvSpPr txBox="1"/>
          <p:nvPr/>
        </p:nvSpPr>
        <p:spPr>
          <a:xfrm>
            <a:off x="899160" y="953282"/>
            <a:ext cx="1907941" cy="2640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200">
                <a:solidFill>
                  <a:srgbClr val="262626"/>
                </a:solidFill>
                <a:latin typeface="에스코어 드림 9 Black"/>
                <a:ea typeface="에스코어 드림 9 Black"/>
                <a:cs typeface="Pretendard Medium"/>
              </a:rPr>
              <a:t>사진 교체</a:t>
            </a:r>
          </a:p>
        </p:txBody>
      </p:sp>
      <p:pic>
        <p:nvPicPr>
          <p:cNvPr id="3" name="그래픽 2">
            <a:extLst>
              <a:ext uri="{FF2B5EF4-FFF2-40B4-BE49-F238E27FC236}">
                <a16:creationId xmlns:a16="http://schemas.microsoft.com/office/drawing/2014/main" id="{BA9E7D72-9B8F-E289-1D07-597709EF74D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312275" y="88976"/>
            <a:ext cx="251177" cy="399600"/>
          </a:xfrm>
          <a:prstGeom prst="rect">
            <a:avLst/>
          </a:prstGeom>
        </p:spPr>
      </p:pic>
      <p:sp>
        <p:nvSpPr>
          <p:cNvPr id="17" name="가로 글상자 16">
            <a:extLst>
              <a:ext uri="{FF2B5EF4-FFF2-40B4-BE49-F238E27FC236}">
                <a16:creationId xmlns:a16="http://schemas.microsoft.com/office/drawing/2014/main" id="{4D528ACC-64BE-805B-2E12-03019EA1898A}"/>
              </a:ext>
            </a:extLst>
          </p:cNvPr>
          <p:cNvSpPr txBox="1"/>
          <p:nvPr/>
        </p:nvSpPr>
        <p:spPr>
          <a:xfrm>
            <a:off x="646890" y="1484777"/>
            <a:ext cx="5883389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57040" lvl="0" indent="-257040">
              <a:buFont typeface="Arial"/>
              <a:buChar char="•"/>
              <a:defRPr/>
            </a:pPr>
            <a:r>
              <a:rPr lang="ko-KR" altLang="en-US" dirty="0"/>
              <a:t>파일 위치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en-US" altLang="ko-KR" dirty="0"/>
              <a:t>C:/ SejongReforest_210_Quiz/ SejongReforest_210_Quiz _Data/StreamingAssets/Images</a:t>
            </a:r>
          </a:p>
          <a:p>
            <a:pPr marL="257040" lvl="0" indent="-257040">
              <a:buFont typeface="Arial"/>
              <a:buChar char="•"/>
              <a:defRPr/>
            </a:pPr>
            <a:r>
              <a:rPr lang="en-US" altLang="ko-KR" dirty="0"/>
              <a:t>jpg </a:t>
            </a:r>
            <a:r>
              <a:rPr lang="ko-KR" altLang="en-US" dirty="0"/>
              <a:t>또는 </a:t>
            </a:r>
            <a:r>
              <a:rPr lang="en-US" altLang="ko-KR" dirty="0" err="1"/>
              <a:t>png</a:t>
            </a:r>
            <a:r>
              <a:rPr lang="ko-KR" altLang="en-US" dirty="0"/>
              <a:t>로 같은 이름의 파일로 교체합니다</a:t>
            </a:r>
            <a:endParaRPr lang="en-US" altLang="ko-KR" dirty="0"/>
          </a:p>
          <a:p>
            <a:pPr marL="257040" lvl="0" indent="-257040">
              <a:buFont typeface="Arial"/>
              <a:buChar char="•"/>
              <a:defRPr/>
            </a:pPr>
            <a:r>
              <a:rPr lang="ko-KR" altLang="en-US" dirty="0"/>
              <a:t>퀴즈 및 대기 화면의 이미지 파일입니다</a:t>
            </a:r>
            <a:r>
              <a:rPr lang="en-US" altLang="ko-KR" dirty="0"/>
              <a:t>. </a:t>
            </a:r>
          </a:p>
          <a:p>
            <a:pPr marL="257040" lvl="0" indent="-257040">
              <a:buFont typeface="Arial"/>
              <a:buChar char="•"/>
              <a:defRPr/>
            </a:pPr>
            <a:endParaRPr lang="en-US" altLang="ko-KR" dirty="0"/>
          </a:p>
          <a:p>
            <a:pPr marL="257040" lvl="0" indent="-257040">
              <a:buFont typeface="Arial"/>
              <a:buChar char="•"/>
              <a:defRPr/>
            </a:pPr>
            <a:r>
              <a:rPr lang="en-US" altLang="ko-KR" dirty="0"/>
              <a:t>00-1-btn:</a:t>
            </a:r>
            <a:r>
              <a:rPr lang="ko-KR" altLang="en-US" dirty="0"/>
              <a:t> 대기화면 시작버튼</a:t>
            </a:r>
            <a:endParaRPr lang="en-US" altLang="ko-KR" dirty="0"/>
          </a:p>
          <a:p>
            <a:pPr marL="257040" lvl="0" indent="-257040">
              <a:buFont typeface="Arial"/>
              <a:buChar char="•"/>
              <a:defRPr/>
            </a:pPr>
            <a:r>
              <a:rPr lang="en-US" altLang="ko-KR" dirty="0"/>
              <a:t>00-1-image: </a:t>
            </a:r>
            <a:r>
              <a:rPr lang="ko-KR" altLang="en-US" dirty="0"/>
              <a:t>대기화면 타이틀</a:t>
            </a:r>
            <a:endParaRPr lang="en-US" altLang="ko-KR" dirty="0"/>
          </a:p>
          <a:p>
            <a:pPr marL="257040" lvl="0" indent="-257040">
              <a:buFont typeface="Arial"/>
              <a:buChar char="•"/>
              <a:defRPr/>
            </a:pPr>
            <a:r>
              <a:rPr lang="en-US" altLang="ko-KR" dirty="0"/>
              <a:t>00-2-image: </a:t>
            </a:r>
            <a:r>
              <a:rPr lang="ko-KR" altLang="en-US" dirty="0"/>
              <a:t>대기화면 그림</a:t>
            </a:r>
            <a:endParaRPr lang="en-US" altLang="ko-KR" dirty="0"/>
          </a:p>
          <a:p>
            <a:pPr marL="257040" lvl="0" indent="-257040">
              <a:buFont typeface="Arial"/>
              <a:buChar char="•"/>
              <a:defRPr/>
            </a:pPr>
            <a:r>
              <a:rPr lang="en-US" altLang="ko-KR" dirty="0"/>
              <a:t>01-1-btn:</a:t>
            </a:r>
            <a:r>
              <a:rPr lang="ko-KR" altLang="en-US" dirty="0"/>
              <a:t> </a:t>
            </a:r>
            <a:r>
              <a:rPr lang="en-US" altLang="ko-KR" dirty="0"/>
              <a:t>Q1 </a:t>
            </a:r>
            <a:r>
              <a:rPr lang="ko-KR" altLang="en-US" dirty="0"/>
              <a:t>퀴즈 </a:t>
            </a:r>
            <a:r>
              <a:rPr lang="en-US" altLang="ko-KR" dirty="0"/>
              <a:t>1</a:t>
            </a:r>
            <a:r>
              <a:rPr lang="ko-KR" altLang="en-US" dirty="0"/>
              <a:t>번 버튼</a:t>
            </a:r>
            <a:endParaRPr lang="en-US" altLang="ko-KR" dirty="0"/>
          </a:p>
          <a:p>
            <a:pPr marL="257040" lvl="0" indent="-257040">
              <a:buFont typeface="Arial"/>
              <a:buChar char="•"/>
              <a:defRPr/>
            </a:pPr>
            <a:r>
              <a:rPr lang="en-US" altLang="ko-KR" dirty="0"/>
              <a:t>01-2-btn: Q1 </a:t>
            </a:r>
            <a:r>
              <a:rPr lang="ko-KR" altLang="en-US" dirty="0"/>
              <a:t>퀴즈 </a:t>
            </a:r>
            <a:r>
              <a:rPr lang="en-US" altLang="ko-KR" dirty="0"/>
              <a:t>2</a:t>
            </a:r>
            <a:r>
              <a:rPr lang="ko-KR" altLang="en-US" dirty="0"/>
              <a:t>번 버튼</a:t>
            </a:r>
            <a:endParaRPr lang="en-US" altLang="ko-KR" dirty="0"/>
          </a:p>
          <a:p>
            <a:pPr marL="257040" lvl="0" indent="-257040">
              <a:buFont typeface="Arial"/>
              <a:buChar char="•"/>
              <a:defRPr/>
            </a:pPr>
            <a:r>
              <a:rPr lang="en-US" altLang="ko-KR" dirty="0"/>
              <a:t>01-1-image:</a:t>
            </a:r>
            <a:r>
              <a:rPr lang="ko-KR" altLang="en-US" dirty="0"/>
              <a:t> </a:t>
            </a:r>
            <a:r>
              <a:rPr lang="en-US" altLang="ko-KR" dirty="0"/>
              <a:t>Q1 </a:t>
            </a:r>
            <a:r>
              <a:rPr lang="ko-KR" altLang="en-US" dirty="0"/>
              <a:t>퀴즈 타이틀</a:t>
            </a:r>
            <a:endParaRPr lang="en-US" altLang="ko-KR" dirty="0"/>
          </a:p>
          <a:p>
            <a:pPr marL="257040" lvl="0" indent="-257040">
              <a:buFont typeface="Arial"/>
              <a:buChar char="•"/>
              <a:defRPr/>
            </a:pPr>
            <a:r>
              <a:rPr lang="en-US" altLang="ko-KR" dirty="0"/>
              <a:t>02 : 01 </a:t>
            </a:r>
            <a:r>
              <a:rPr lang="ko-KR" altLang="en-US" dirty="0"/>
              <a:t>규칙과 동일</a:t>
            </a:r>
            <a:endParaRPr lang="en-US" altLang="ko-KR" dirty="0"/>
          </a:p>
          <a:p>
            <a:pPr marL="257040" lvl="0" indent="-257040">
              <a:buFont typeface="Arial"/>
              <a:buChar char="•"/>
              <a:defRPr/>
            </a:pPr>
            <a:r>
              <a:rPr lang="en-US" altLang="ko-KR" dirty="0"/>
              <a:t>03-1-btn:</a:t>
            </a:r>
            <a:r>
              <a:rPr lang="ko-KR" altLang="en-US" dirty="0"/>
              <a:t> </a:t>
            </a:r>
            <a:r>
              <a:rPr lang="en-US" altLang="ko-KR" dirty="0"/>
              <a:t>Q3</a:t>
            </a:r>
            <a:r>
              <a:rPr lang="ko-KR" altLang="en-US" dirty="0"/>
              <a:t> 퀴즈 </a:t>
            </a:r>
            <a:r>
              <a:rPr lang="en-US" altLang="ko-KR" dirty="0"/>
              <a:t>1</a:t>
            </a:r>
            <a:r>
              <a:rPr lang="ko-KR" altLang="en-US" dirty="0"/>
              <a:t>번 버튼</a:t>
            </a:r>
            <a:endParaRPr lang="en-US" altLang="ko-KR" dirty="0"/>
          </a:p>
          <a:p>
            <a:pPr marL="257040" lvl="0" indent="-257040">
              <a:buFont typeface="Arial"/>
              <a:buChar char="•"/>
              <a:defRPr/>
            </a:pPr>
            <a:r>
              <a:rPr lang="en-US" altLang="ko-KR" dirty="0"/>
              <a:t>03-2-btn: Q3 </a:t>
            </a:r>
            <a:r>
              <a:rPr lang="ko-KR" altLang="en-US" dirty="0"/>
              <a:t>퀴즈 </a:t>
            </a:r>
            <a:r>
              <a:rPr lang="en-US" altLang="ko-KR" dirty="0"/>
              <a:t>2</a:t>
            </a:r>
            <a:r>
              <a:rPr lang="ko-KR" altLang="en-US" dirty="0"/>
              <a:t>번 버튼</a:t>
            </a:r>
            <a:endParaRPr lang="en-US" altLang="ko-KR" dirty="0"/>
          </a:p>
          <a:p>
            <a:pPr marL="257040" lvl="0" indent="-257040">
              <a:buFont typeface="Arial"/>
              <a:buChar char="•"/>
              <a:defRPr/>
            </a:pPr>
            <a:r>
              <a:rPr lang="en-US" altLang="ko-KR" dirty="0"/>
              <a:t>03-3-btn: Q3 </a:t>
            </a:r>
            <a:r>
              <a:rPr lang="ko-KR" altLang="en-US" dirty="0"/>
              <a:t>퀴즈 </a:t>
            </a:r>
            <a:r>
              <a:rPr lang="en-US" altLang="ko-KR" dirty="0"/>
              <a:t>3</a:t>
            </a:r>
            <a:r>
              <a:rPr lang="ko-KR" altLang="en-US" dirty="0"/>
              <a:t>번 버튼</a:t>
            </a:r>
            <a:endParaRPr lang="en-US" altLang="ko-KR" dirty="0"/>
          </a:p>
          <a:p>
            <a:pPr marL="257040" lvl="0" indent="-257040">
              <a:buFont typeface="Arial"/>
              <a:buChar char="•"/>
              <a:defRPr/>
            </a:pPr>
            <a:r>
              <a:rPr lang="en-US" altLang="ko-KR" dirty="0"/>
              <a:t>03-3-btn: Q3</a:t>
            </a:r>
            <a:r>
              <a:rPr lang="ko-KR" altLang="en-US" dirty="0"/>
              <a:t> 퀴즈 </a:t>
            </a:r>
            <a:r>
              <a:rPr lang="en-US" altLang="ko-KR" dirty="0"/>
              <a:t>4</a:t>
            </a:r>
            <a:r>
              <a:rPr lang="ko-KR" altLang="en-US" dirty="0"/>
              <a:t>번 버튼</a:t>
            </a:r>
            <a:endParaRPr lang="en-US" altLang="ko-KR" dirty="0"/>
          </a:p>
          <a:p>
            <a:pPr marL="257040" lvl="0" indent="-257040">
              <a:buFont typeface="Arial"/>
              <a:buChar char="•"/>
              <a:defRPr/>
            </a:pPr>
            <a:r>
              <a:rPr lang="en-US" altLang="ko-KR" dirty="0"/>
              <a:t>03-1-image: Q3 </a:t>
            </a:r>
            <a:r>
              <a:rPr lang="ko-KR" altLang="en-US" dirty="0"/>
              <a:t>퀴즈 타이틀</a:t>
            </a:r>
            <a:endParaRPr lang="en-US" altLang="ko-KR" dirty="0"/>
          </a:p>
          <a:p>
            <a:pPr marL="257040" lvl="0" indent="-257040">
              <a:buFont typeface="Arial"/>
              <a:buChar char="•"/>
              <a:defRPr/>
            </a:pPr>
            <a:r>
              <a:rPr lang="en-US" altLang="ko-KR" dirty="0"/>
              <a:t>04 : 03 </a:t>
            </a:r>
            <a:r>
              <a:rPr lang="ko-KR" altLang="en-US" dirty="0"/>
              <a:t>규칙과 동일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821110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0BFF2B1-20FF-FE84-787D-03B2622BA790}"/>
              </a:ext>
            </a:extLst>
          </p:cNvPr>
          <p:cNvSpPr txBox="1"/>
          <p:nvPr/>
        </p:nvSpPr>
        <p:spPr>
          <a:xfrm>
            <a:off x="3788417" y="3406658"/>
            <a:ext cx="3114979" cy="74635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4400" dirty="0">
                <a:ln w="3175">
                  <a:noFill/>
                </a:ln>
                <a:solidFill>
                  <a:schemeClr val="bg1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에스코어 드림 9 Black" panose="020B0A03030302020204" pitchFamily="34" charset="-127"/>
                <a:ea typeface="에스코어 드림 9 Black" panose="020B0A03030302020204" pitchFamily="34" charset="-127"/>
                <a:cs typeface="Pretendard ExtraBold" panose="02000903000000020004" pitchFamily="50" charset="-127"/>
              </a:rPr>
              <a:t>감사합니다</a:t>
            </a:r>
            <a:endParaRPr lang="en-US" altLang="ko-KR" sz="4400" dirty="0">
              <a:ln w="3175">
                <a:noFill/>
              </a:ln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  <a:latin typeface="에스코어 드림 9 Black" panose="020B0A03030302020204" pitchFamily="34" charset="-127"/>
              <a:ea typeface="에스코어 드림 9 Black" panose="020B0A03030302020204" pitchFamily="34" charset="-127"/>
              <a:cs typeface="Pretendard ExtraBold" panose="02000903000000020004" pitchFamily="50" charset="-127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E488C1B0-80BA-BB1F-5D53-E48485D0B80C}"/>
              </a:ext>
            </a:extLst>
          </p:cNvPr>
          <p:cNvGrpSpPr/>
          <p:nvPr/>
        </p:nvGrpSpPr>
        <p:grpSpPr>
          <a:xfrm>
            <a:off x="0" y="6675524"/>
            <a:ext cx="10691813" cy="294907"/>
            <a:chOff x="0" y="6675524"/>
            <a:chExt cx="10691813" cy="294907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6408A1E5-E3C1-AD31-C32B-D7BC95355A54}"/>
                </a:ext>
              </a:extLst>
            </p:cNvPr>
            <p:cNvSpPr txBox="1"/>
            <p:nvPr/>
          </p:nvSpPr>
          <p:spPr>
            <a:xfrm>
              <a:off x="1093050" y="6675524"/>
              <a:ext cx="8505712" cy="22698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835" b="1" dirty="0">
                  <a:ln w="3175">
                    <a:noFill/>
                  </a:ln>
                  <a:solidFill>
                    <a:schemeClr val="bg1"/>
                  </a:solidFill>
                  <a:latin typeface="에스코어 드림 7 ExtraBold" panose="020B0803030302020204" pitchFamily="34" charset="-127"/>
                  <a:ea typeface="에스코어 드림 7 ExtraBold" panose="020B0803030302020204" pitchFamily="34" charset="-127"/>
                </a:rPr>
                <a:t>T</a:t>
              </a:r>
              <a:r>
                <a:rPr lang="ko-KR" altLang="en-US" sz="796" dirty="0">
                  <a:ln w="3175">
                    <a:noFill/>
                  </a:ln>
                  <a:solidFill>
                    <a:schemeClr val="bg1"/>
                  </a:solidFill>
                  <a:latin typeface="에스코어 드림 7 ExtraBold" panose="020B0803030302020204" pitchFamily="34" charset="-127"/>
                  <a:ea typeface="에스코어 드림 7 ExtraBold" panose="020B0803030302020204" pitchFamily="34" charset="-127"/>
                </a:rPr>
                <a:t> </a:t>
              </a:r>
              <a:r>
                <a:rPr lang="en-US" altLang="ko-KR" sz="716" b="1" dirty="0">
                  <a:ln w="3175">
                    <a:noFill/>
                  </a:ln>
                  <a:solidFill>
                    <a:schemeClr val="bg1"/>
                  </a:solidFill>
                  <a:latin typeface="에스코어 드림 7 ExtraBold" panose="020B0803030302020204" pitchFamily="34" charset="-127"/>
                  <a:ea typeface="에스코어 드림 7 ExtraBold" panose="020B0803030302020204" pitchFamily="34" charset="-127"/>
                </a:rPr>
                <a:t>010 7535 5353     </a:t>
              </a:r>
              <a:r>
                <a:rPr lang="en-US" altLang="ko-KR" sz="835" b="1" dirty="0">
                  <a:ln w="3175">
                    <a:noFill/>
                  </a:ln>
                  <a:solidFill>
                    <a:schemeClr val="bg1"/>
                  </a:solidFill>
                  <a:latin typeface="에스코어 드림 7 ExtraBold" panose="020B0803030302020204" pitchFamily="34" charset="-127"/>
                  <a:ea typeface="에스코어 드림 7 ExtraBold" panose="020B0803030302020204" pitchFamily="34" charset="-127"/>
                </a:rPr>
                <a:t>F</a:t>
              </a:r>
              <a:r>
                <a:rPr lang="en-US" altLang="ko-KR" sz="796" dirty="0">
                  <a:ln w="3175">
                    <a:noFill/>
                  </a:ln>
                  <a:solidFill>
                    <a:schemeClr val="bg1"/>
                  </a:solidFill>
                  <a:latin typeface="에스코어 드림 7 ExtraBold" panose="020B0803030302020204" pitchFamily="34" charset="-127"/>
                  <a:ea typeface="에스코어 드림 7 ExtraBold" panose="020B0803030302020204" pitchFamily="34" charset="-127"/>
                </a:rPr>
                <a:t> </a:t>
              </a:r>
              <a:r>
                <a:rPr lang="en-US" altLang="ko-KR" sz="716" b="1" dirty="0">
                  <a:ln w="3175">
                    <a:noFill/>
                  </a:ln>
                  <a:solidFill>
                    <a:schemeClr val="bg1"/>
                  </a:solidFill>
                  <a:latin typeface="에스코어 드림 7 ExtraBold" panose="020B0803030302020204" pitchFamily="34" charset="-127"/>
                  <a:ea typeface="에스코어 드림 7 ExtraBold" panose="020B0803030302020204" pitchFamily="34" charset="-127"/>
                </a:rPr>
                <a:t>070 7545 5353       </a:t>
              </a:r>
              <a:r>
                <a:rPr lang="en-US" altLang="ko-KR" sz="875" b="1" dirty="0">
                  <a:ln w="3175">
                    <a:noFill/>
                  </a:ln>
                  <a:solidFill>
                    <a:schemeClr val="bg1"/>
                  </a:solidFill>
                  <a:latin typeface="에스코어 드림 7 ExtraBold" panose="020B0803030302020204" pitchFamily="34" charset="-127"/>
                  <a:ea typeface="에스코어 드림 7 ExtraBold" panose="020B0803030302020204" pitchFamily="34" charset="-127"/>
                </a:rPr>
                <a:t>E </a:t>
              </a:r>
              <a:r>
                <a:rPr lang="en-US" altLang="ko-KR" sz="716" b="1" dirty="0">
                  <a:ln w="3175">
                    <a:noFill/>
                  </a:ln>
                  <a:solidFill>
                    <a:schemeClr val="bg1"/>
                  </a:solidFill>
                  <a:latin typeface="에스코어 드림 7 ExtraBold" panose="020B0803030302020204" pitchFamily="34" charset="-127"/>
                  <a:ea typeface="에스코어 드림 7 ExtraBold" panose="020B0803030302020204" pitchFamily="34" charset="-127"/>
                </a:rPr>
                <a:t>minje6595@kakao.com   (10543)</a:t>
              </a:r>
              <a:r>
                <a:rPr lang="ko-KR" altLang="en-US" sz="716" b="1" dirty="0">
                  <a:ln w="3175">
                    <a:noFill/>
                  </a:ln>
                  <a:solidFill>
                    <a:schemeClr val="bg1"/>
                  </a:solidFill>
                  <a:latin typeface="에스코어 드림 7 ExtraBold" panose="020B0803030302020204" pitchFamily="34" charset="-127"/>
                  <a:ea typeface="에스코어 드림 7 ExtraBold" panose="020B0803030302020204" pitchFamily="34" charset="-127"/>
                </a:rPr>
                <a:t> 서울특별시 강서구 </a:t>
              </a:r>
              <a:r>
                <a:rPr lang="ko-KR" altLang="en-US" sz="716" b="1" dirty="0" err="1">
                  <a:ln w="3175">
                    <a:noFill/>
                  </a:ln>
                  <a:solidFill>
                    <a:schemeClr val="bg1"/>
                  </a:solidFill>
                  <a:latin typeface="에스코어 드림 7 ExtraBold" panose="020B0803030302020204" pitchFamily="34" charset="-127"/>
                  <a:ea typeface="에스코어 드림 7 ExtraBold" panose="020B0803030302020204" pitchFamily="34" charset="-127"/>
                </a:rPr>
                <a:t>마곡중앙로</a:t>
              </a:r>
              <a:r>
                <a:rPr lang="ko-KR" altLang="en-US" sz="716" b="1" dirty="0">
                  <a:ln w="3175">
                    <a:noFill/>
                  </a:ln>
                  <a:solidFill>
                    <a:schemeClr val="bg1"/>
                  </a:solidFill>
                  <a:latin typeface="에스코어 드림 7 ExtraBold" panose="020B0803030302020204" pitchFamily="34" charset="-127"/>
                  <a:ea typeface="에스코어 드림 7 ExtraBold" panose="020B0803030302020204" pitchFamily="34" charset="-127"/>
                </a:rPr>
                <a:t> </a:t>
              </a:r>
              <a:r>
                <a:rPr lang="en-US" altLang="ko-KR" sz="716" b="1" dirty="0">
                  <a:ln w="3175">
                    <a:noFill/>
                  </a:ln>
                  <a:solidFill>
                    <a:schemeClr val="bg1"/>
                  </a:solidFill>
                  <a:latin typeface="에스코어 드림 7 ExtraBold" panose="020B0803030302020204" pitchFamily="34" charset="-127"/>
                  <a:ea typeface="에스코어 드림 7 ExtraBold" panose="020B0803030302020204" pitchFamily="34" charset="-127"/>
                </a:rPr>
                <a:t>161-8, </a:t>
              </a:r>
              <a:r>
                <a:rPr lang="ko-KR" altLang="en-US" sz="716" b="1" dirty="0" err="1">
                  <a:ln w="3175">
                    <a:noFill/>
                  </a:ln>
                  <a:solidFill>
                    <a:schemeClr val="bg1"/>
                  </a:solidFill>
                  <a:latin typeface="에스코어 드림 7 ExtraBold" panose="020B0803030302020204" pitchFamily="34" charset="-127"/>
                  <a:ea typeface="에스코어 드림 7 ExtraBold" panose="020B0803030302020204" pitchFamily="34" charset="-127"/>
                </a:rPr>
                <a:t>두산더랜드파크</a:t>
              </a:r>
              <a:r>
                <a:rPr lang="ko-KR" altLang="en-US" sz="716" b="1" dirty="0">
                  <a:ln w="3175">
                    <a:noFill/>
                  </a:ln>
                  <a:solidFill>
                    <a:schemeClr val="bg1"/>
                  </a:solidFill>
                  <a:latin typeface="에스코어 드림 7 ExtraBold" panose="020B0803030302020204" pitchFamily="34" charset="-127"/>
                  <a:ea typeface="에스코어 드림 7 ExtraBold" panose="020B0803030302020204" pitchFamily="34" charset="-127"/>
                </a:rPr>
                <a:t> </a:t>
              </a:r>
              <a:r>
                <a:rPr lang="en-US" altLang="ko-KR" sz="716" b="1" dirty="0">
                  <a:ln w="3175">
                    <a:noFill/>
                  </a:ln>
                  <a:solidFill>
                    <a:schemeClr val="bg1"/>
                  </a:solidFill>
                  <a:latin typeface="에스코어 드림 7 ExtraBold" panose="020B0803030302020204" pitchFamily="34" charset="-127"/>
                  <a:ea typeface="에스코어 드림 7 ExtraBold" panose="020B0803030302020204" pitchFamily="34" charset="-127"/>
                </a:rPr>
                <a:t>A</a:t>
              </a:r>
              <a:r>
                <a:rPr lang="ko-KR" altLang="en-US" sz="716" b="1" dirty="0">
                  <a:ln w="3175">
                    <a:noFill/>
                  </a:ln>
                  <a:solidFill>
                    <a:schemeClr val="bg1"/>
                  </a:solidFill>
                  <a:latin typeface="에스코어 드림 7 ExtraBold" panose="020B0803030302020204" pitchFamily="34" charset="-127"/>
                  <a:ea typeface="에스코어 드림 7 ExtraBold" panose="020B0803030302020204" pitchFamily="34" charset="-127"/>
                </a:rPr>
                <a:t>동 </a:t>
              </a:r>
              <a:r>
                <a:rPr lang="en-US" altLang="ko-KR" sz="716" b="1" dirty="0">
                  <a:ln w="3175">
                    <a:noFill/>
                  </a:ln>
                  <a:solidFill>
                    <a:schemeClr val="bg1"/>
                  </a:solidFill>
                  <a:latin typeface="에스코어 드림 7 ExtraBold" panose="020B0803030302020204" pitchFamily="34" charset="-127"/>
                  <a:ea typeface="에스코어 드림 7 ExtraBold" panose="020B0803030302020204" pitchFamily="34" charset="-127"/>
                </a:rPr>
                <a:t>822</a:t>
              </a:r>
              <a:r>
                <a:rPr lang="ko-KR" altLang="en-US" sz="716" b="1" dirty="0">
                  <a:ln w="3175">
                    <a:noFill/>
                  </a:ln>
                  <a:solidFill>
                    <a:schemeClr val="bg1"/>
                  </a:solidFill>
                  <a:latin typeface="에스코어 드림 7 ExtraBold" panose="020B0803030302020204" pitchFamily="34" charset="-127"/>
                  <a:ea typeface="에스코어 드림 7 ExtraBold" panose="020B0803030302020204" pitchFamily="34" charset="-127"/>
                </a:rPr>
                <a:t>호</a:t>
              </a:r>
              <a:endParaRPr lang="ko-KR" altLang="en-US" sz="796" b="1" dirty="0">
                <a:ln w="3175">
                  <a:noFill/>
                </a:ln>
                <a:solidFill>
                  <a:schemeClr val="bg1"/>
                </a:solidFill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endParaRPr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C3BA0310-5F60-BBDD-0C95-CDDCB6E25DC1}"/>
                </a:ext>
              </a:extLst>
            </p:cNvPr>
            <p:cNvSpPr/>
            <p:nvPr/>
          </p:nvSpPr>
          <p:spPr>
            <a:xfrm>
              <a:off x="0" y="6934060"/>
              <a:ext cx="10691813" cy="3637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32">
                <a:solidFill>
                  <a:schemeClr val="bg1"/>
                </a:solidFill>
              </a:endParaRPr>
            </a:p>
          </p:txBody>
        </p:sp>
      </p:grpSp>
      <p:pic>
        <p:nvPicPr>
          <p:cNvPr id="4" name="그래픽 3">
            <a:extLst>
              <a:ext uri="{FF2B5EF4-FFF2-40B4-BE49-F238E27FC236}">
                <a16:creationId xmlns:a16="http://schemas.microsoft.com/office/drawing/2014/main" id="{D25F4604-EFBE-A201-8A0F-5F70E9E9ABD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13194" y="112712"/>
            <a:ext cx="257175" cy="400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07535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401</Words>
  <Application>Microsoft Office PowerPoint</Application>
  <PresentationFormat>사용자 지정</PresentationFormat>
  <Paragraphs>66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2" baseType="lpstr">
      <vt:lpstr>맑은 고딕</vt:lpstr>
      <vt:lpstr>에스코어 드림 6 Bold</vt:lpstr>
      <vt:lpstr>에스코어 드림 7 ExtraBold</vt:lpstr>
      <vt:lpstr>에스코어 드림 8 Heavy</vt:lpstr>
      <vt:lpstr>에스코어 드림 9 Black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(주)프랭크엑스</dc:title>
  <dc:creator>프랭크엑스(주)</dc:creator>
  <cp:keywords>프랭크엑스(주)에게 저작권이 있습니다.</cp:keywords>
  <cp:lastModifiedBy>황성재</cp:lastModifiedBy>
  <cp:revision>375</cp:revision>
  <dcterms:created xsi:type="dcterms:W3CDTF">2022-11-28T08:24:35Z</dcterms:created>
  <dcterms:modified xsi:type="dcterms:W3CDTF">2026-04-10T04:55:53Z</dcterms:modified>
  <cp:version/>
</cp:coreProperties>
</file>